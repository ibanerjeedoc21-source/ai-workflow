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4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BC4281-0DCA-4E85-9989-2F1E5FA87A0A}" v="22" dt="2026-03-19T16:05:21.3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603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 baner" userId="a58b4069ad192f0e" providerId="LiveId" clId="{9A80BEDF-81F9-4469-AF5E-F30A5B625D2E}"/>
    <pc:docChg chg="undo custSel addSld delSld modSld sldOrd">
      <pc:chgData name="i baner" userId="a58b4069ad192f0e" providerId="LiveId" clId="{9A80BEDF-81F9-4469-AF5E-F30A5B625D2E}" dt="2026-03-19T16:06:10.027" v="609" actId="14100"/>
      <pc:docMkLst>
        <pc:docMk/>
      </pc:docMkLst>
      <pc:sldChg chg="addSp delSp modSp mod">
        <pc:chgData name="i baner" userId="a58b4069ad192f0e" providerId="LiveId" clId="{9A80BEDF-81F9-4469-AF5E-F30A5B625D2E}" dt="2026-03-19T14:28:58.190" v="108" actId="20577"/>
        <pc:sldMkLst>
          <pc:docMk/>
          <pc:sldMk cId="0" sldId="256"/>
        </pc:sldMkLst>
        <pc:spChg chg="mod">
          <ac:chgData name="i baner" userId="a58b4069ad192f0e" providerId="LiveId" clId="{9A80BEDF-81F9-4469-AF5E-F30A5B625D2E}" dt="2026-03-19T14:28:58.190" v="108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i baner" userId="a58b4069ad192f0e" providerId="LiveId" clId="{9A80BEDF-81F9-4469-AF5E-F30A5B625D2E}" dt="2026-03-17T12:53:22.026" v="26"/>
          <ac:spMkLst>
            <pc:docMk/>
            <pc:sldMk cId="0" sldId="256"/>
            <ac:spMk id="3" creationId="{00000000-0000-0000-0000-000000000000}"/>
          </ac:spMkLst>
        </pc:spChg>
        <pc:spChg chg="mod">
          <ac:chgData name="i baner" userId="a58b4069ad192f0e" providerId="LiveId" clId="{9A80BEDF-81F9-4469-AF5E-F30A5B625D2E}" dt="2026-03-17T13:12:13.990" v="83" actId="1076"/>
          <ac:spMkLst>
            <pc:docMk/>
            <pc:sldMk cId="0" sldId="256"/>
            <ac:spMk id="7" creationId="{68B0E0DA-46FA-0D9B-4CBC-B3DA304C3320}"/>
          </ac:spMkLst>
        </pc:spChg>
        <pc:picChg chg="add mod">
          <ac:chgData name="i baner" userId="a58b4069ad192f0e" providerId="LiveId" clId="{9A80BEDF-81F9-4469-AF5E-F30A5B625D2E}" dt="2026-03-17T12:55:36.751" v="39" actId="14100"/>
          <ac:picMkLst>
            <pc:docMk/>
            <pc:sldMk cId="0" sldId="256"/>
            <ac:picMk id="6" creationId="{CED0D39A-7854-EA3B-C476-B90DC5210241}"/>
          </ac:picMkLst>
        </pc:picChg>
      </pc:sldChg>
      <pc:sldChg chg="addSp delSp modSp mod">
        <pc:chgData name="i baner" userId="a58b4069ad192f0e" providerId="LiveId" clId="{9A80BEDF-81F9-4469-AF5E-F30A5B625D2E}" dt="2026-03-19T14:49:07.505" v="432" actId="1076"/>
        <pc:sldMkLst>
          <pc:docMk/>
          <pc:sldMk cId="0" sldId="257"/>
        </pc:sldMkLst>
        <pc:spChg chg="mod">
          <ac:chgData name="i baner" userId="a58b4069ad192f0e" providerId="LiveId" clId="{9A80BEDF-81F9-4469-AF5E-F30A5B625D2E}" dt="2026-03-19T14:32:25.363" v="320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i baner" userId="a58b4069ad192f0e" providerId="LiveId" clId="{9A80BEDF-81F9-4469-AF5E-F30A5B625D2E}" dt="2026-03-19T14:29:07.928" v="121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i baner" userId="a58b4069ad192f0e" providerId="LiveId" clId="{9A80BEDF-81F9-4469-AF5E-F30A5B625D2E}" dt="2026-03-19T14:47:07.483" v="424" actId="6549"/>
          <ac:spMkLst>
            <pc:docMk/>
            <pc:sldMk cId="0" sldId="257"/>
            <ac:spMk id="4" creationId="{00000000-0000-0000-0000-000000000000}"/>
          </ac:spMkLst>
        </pc:spChg>
        <pc:spChg chg="add">
          <ac:chgData name="i baner" userId="a58b4069ad192f0e" providerId="LiveId" clId="{9A80BEDF-81F9-4469-AF5E-F30A5B625D2E}" dt="2026-03-19T14:31:13.272" v="303"/>
          <ac:spMkLst>
            <pc:docMk/>
            <pc:sldMk cId="0" sldId="257"/>
            <ac:spMk id="8" creationId="{1B70E61B-CD1F-4333-F11D-D54638A783AE}"/>
          </ac:spMkLst>
        </pc:spChg>
        <pc:graphicFrameChg chg="add mod">
          <ac:chgData name="i baner" userId="a58b4069ad192f0e" providerId="LiveId" clId="{9A80BEDF-81F9-4469-AF5E-F30A5B625D2E}" dt="2026-03-19T14:29:20.153" v="123"/>
          <ac:graphicFrameMkLst>
            <pc:docMk/>
            <pc:sldMk cId="0" sldId="257"/>
            <ac:graphicFrameMk id="5" creationId="{7F25567A-FD97-BA29-7542-FF459D17238A}"/>
          </ac:graphicFrameMkLst>
        </pc:graphicFrameChg>
        <pc:picChg chg="add mod">
          <ac:chgData name="i baner" userId="a58b4069ad192f0e" providerId="LiveId" clId="{9A80BEDF-81F9-4469-AF5E-F30A5B625D2E}" dt="2026-03-19T14:49:07.505" v="432" actId="1076"/>
          <ac:picMkLst>
            <pc:docMk/>
            <pc:sldMk cId="0" sldId="257"/>
            <ac:picMk id="10" creationId="{99D74529-5DDD-FB26-9453-6456053EC747}"/>
          </ac:picMkLst>
        </pc:picChg>
      </pc:sldChg>
      <pc:sldChg chg="addSp delSp modSp add mod ord">
        <pc:chgData name="i baner" userId="a58b4069ad192f0e" providerId="LiveId" clId="{9A80BEDF-81F9-4469-AF5E-F30A5B625D2E}" dt="2026-03-19T14:56:36.212" v="480" actId="14100"/>
        <pc:sldMkLst>
          <pc:docMk/>
          <pc:sldMk cId="3698623244" sldId="258"/>
        </pc:sldMkLst>
        <pc:spChg chg="del">
          <ac:chgData name="i baner" userId="a58b4069ad192f0e" providerId="LiveId" clId="{9A80BEDF-81F9-4469-AF5E-F30A5B625D2E}" dt="2026-03-19T14:54:08.067" v="441" actId="478"/>
          <ac:spMkLst>
            <pc:docMk/>
            <pc:sldMk cId="3698623244" sldId="258"/>
            <ac:spMk id="3" creationId="{A9816343-ECCF-AC7C-2FA2-15B5C2FDDF3D}"/>
          </ac:spMkLst>
        </pc:spChg>
        <pc:spChg chg="del mod">
          <ac:chgData name="i baner" userId="a58b4069ad192f0e" providerId="LiveId" clId="{9A80BEDF-81F9-4469-AF5E-F30A5B625D2E}" dt="2026-03-19T14:54:00.033" v="440" actId="478"/>
          <ac:spMkLst>
            <pc:docMk/>
            <pc:sldMk cId="3698623244" sldId="258"/>
            <ac:spMk id="4" creationId="{7CA612D0-9FDA-93E4-54EC-9FF55F204D65}"/>
          </ac:spMkLst>
        </pc:spChg>
        <pc:spChg chg="add mod">
          <ac:chgData name="i baner" userId="a58b4069ad192f0e" providerId="LiveId" clId="{9A80BEDF-81F9-4469-AF5E-F30A5B625D2E}" dt="2026-03-19T14:56:18.846" v="477" actId="20577"/>
          <ac:spMkLst>
            <pc:docMk/>
            <pc:sldMk cId="3698623244" sldId="258"/>
            <ac:spMk id="10" creationId="{BEA5AA08-28A1-4A79-A872-8177CBF683EE}"/>
          </ac:spMkLst>
        </pc:spChg>
        <pc:picChg chg="add mod">
          <ac:chgData name="i baner" userId="a58b4069ad192f0e" providerId="LiveId" clId="{9A80BEDF-81F9-4469-AF5E-F30A5B625D2E}" dt="2026-03-19T14:56:36.212" v="480" actId="14100"/>
          <ac:picMkLst>
            <pc:docMk/>
            <pc:sldMk cId="3698623244" sldId="258"/>
            <ac:picMk id="8" creationId="{CD07D0D9-444E-629D-1F78-C17DF2974E90}"/>
          </ac:picMkLst>
        </pc:picChg>
      </pc:sldChg>
      <pc:sldChg chg="addSp delSp modSp add mod ord">
        <pc:chgData name="i baner" userId="a58b4069ad192f0e" providerId="LiveId" clId="{9A80BEDF-81F9-4469-AF5E-F30A5B625D2E}" dt="2026-03-19T14:50:51.660" v="438" actId="1076"/>
        <pc:sldMkLst>
          <pc:docMk/>
          <pc:sldMk cId="403341995" sldId="259"/>
        </pc:sldMkLst>
        <pc:spChg chg="mod">
          <ac:chgData name="i baner" userId="a58b4069ad192f0e" providerId="LiveId" clId="{9A80BEDF-81F9-4469-AF5E-F30A5B625D2E}" dt="2026-03-19T14:44:22.582" v="374" actId="1076"/>
          <ac:spMkLst>
            <pc:docMk/>
            <pc:sldMk cId="403341995" sldId="259"/>
            <ac:spMk id="3" creationId="{F856403A-99AF-515E-805A-390D4C294758}"/>
          </ac:spMkLst>
        </pc:spChg>
        <pc:spChg chg="del mod">
          <ac:chgData name="i baner" userId="a58b4069ad192f0e" providerId="LiveId" clId="{9A80BEDF-81F9-4469-AF5E-F30A5B625D2E}" dt="2026-03-19T14:34:55.634" v="329" actId="478"/>
          <ac:spMkLst>
            <pc:docMk/>
            <pc:sldMk cId="403341995" sldId="259"/>
            <ac:spMk id="4" creationId="{46B5F4B3-A22A-A04E-80DF-A2625E158B0F}"/>
          </ac:spMkLst>
        </pc:spChg>
        <pc:picChg chg="add del mod">
          <ac:chgData name="i baner" userId="a58b4069ad192f0e" providerId="LiveId" clId="{9A80BEDF-81F9-4469-AF5E-F30A5B625D2E}" dt="2026-03-19T14:50:13.211" v="434" actId="478"/>
          <ac:picMkLst>
            <pc:docMk/>
            <pc:sldMk cId="403341995" sldId="259"/>
            <ac:picMk id="8" creationId="{82F986B8-FDB2-8930-77DD-C0519D8A8E9A}"/>
          </ac:picMkLst>
        </pc:picChg>
        <pc:picChg chg="add del mod">
          <ac:chgData name="i baner" userId="a58b4069ad192f0e" providerId="LiveId" clId="{9A80BEDF-81F9-4469-AF5E-F30A5B625D2E}" dt="2026-03-19T14:50:24.111" v="436" actId="21"/>
          <ac:picMkLst>
            <pc:docMk/>
            <pc:sldMk cId="403341995" sldId="259"/>
            <ac:picMk id="10" creationId="{E3FAA9E2-595C-9E96-6B5D-52A94D58304F}"/>
          </ac:picMkLst>
        </pc:picChg>
        <pc:picChg chg="add mod">
          <ac:chgData name="i baner" userId="a58b4069ad192f0e" providerId="LiveId" clId="{9A80BEDF-81F9-4469-AF5E-F30A5B625D2E}" dt="2026-03-19T14:50:51.660" v="438" actId="1076"/>
          <ac:picMkLst>
            <pc:docMk/>
            <pc:sldMk cId="403341995" sldId="259"/>
            <ac:picMk id="12" creationId="{B8F7D5B5-F3F1-4F61-7788-C125A82F49B0}"/>
          </ac:picMkLst>
        </pc:picChg>
      </pc:sldChg>
      <pc:sldChg chg="add del">
        <pc:chgData name="i baner" userId="a58b4069ad192f0e" providerId="LiveId" clId="{9A80BEDF-81F9-4469-AF5E-F30A5B625D2E}" dt="2026-03-19T14:34:35.681" v="326"/>
        <pc:sldMkLst>
          <pc:docMk/>
          <pc:sldMk cId="514424775" sldId="260"/>
        </pc:sldMkLst>
      </pc:sldChg>
      <pc:sldChg chg="addSp delSp modSp add mod">
        <pc:chgData name="i baner" userId="a58b4069ad192f0e" providerId="LiveId" clId="{9A80BEDF-81F9-4469-AF5E-F30A5B625D2E}" dt="2026-03-19T15:00:02.663" v="515" actId="14100"/>
        <pc:sldMkLst>
          <pc:docMk/>
          <pc:sldMk cId="2840824983" sldId="260"/>
        </pc:sldMkLst>
        <pc:spChg chg="mod">
          <ac:chgData name="i baner" userId="a58b4069ad192f0e" providerId="LiveId" clId="{9A80BEDF-81F9-4469-AF5E-F30A5B625D2E}" dt="2026-03-19T14:57:26.505" v="507" actId="14100"/>
          <ac:spMkLst>
            <pc:docMk/>
            <pc:sldMk cId="2840824983" sldId="260"/>
            <ac:spMk id="10" creationId="{8F30959D-E648-66FD-96B9-43547448FB62}"/>
          </ac:spMkLst>
        </pc:spChg>
        <pc:picChg chg="add mod">
          <ac:chgData name="i baner" userId="a58b4069ad192f0e" providerId="LiveId" clId="{9A80BEDF-81F9-4469-AF5E-F30A5B625D2E}" dt="2026-03-19T15:00:02.663" v="515" actId="14100"/>
          <ac:picMkLst>
            <pc:docMk/>
            <pc:sldMk cId="2840824983" sldId="260"/>
            <ac:picMk id="4" creationId="{3BB4A55D-6DA6-6B06-2096-CB6D6713D69F}"/>
          </ac:picMkLst>
        </pc:picChg>
        <pc:picChg chg="del">
          <ac:chgData name="i baner" userId="a58b4069ad192f0e" providerId="LiveId" clId="{9A80BEDF-81F9-4469-AF5E-F30A5B625D2E}" dt="2026-03-19T14:57:29.249" v="508" actId="478"/>
          <ac:picMkLst>
            <pc:docMk/>
            <pc:sldMk cId="2840824983" sldId="260"/>
            <ac:picMk id="8" creationId="{72F2C63F-A2EC-1E51-CF86-5E8E094041A9}"/>
          </ac:picMkLst>
        </pc:picChg>
      </pc:sldChg>
      <pc:sldChg chg="addSp delSp modSp add mod">
        <pc:chgData name="i baner" userId="a58b4069ad192f0e" providerId="LiveId" clId="{9A80BEDF-81F9-4469-AF5E-F30A5B625D2E}" dt="2026-03-19T15:32:50.530" v="547" actId="14100"/>
        <pc:sldMkLst>
          <pc:docMk/>
          <pc:sldMk cId="909355538" sldId="261"/>
        </pc:sldMkLst>
        <pc:spChg chg="mod">
          <ac:chgData name="i baner" userId="a58b4069ad192f0e" providerId="LiveId" clId="{9A80BEDF-81F9-4469-AF5E-F30A5B625D2E}" dt="2026-03-19T15:32:46.663" v="546" actId="313"/>
          <ac:spMkLst>
            <pc:docMk/>
            <pc:sldMk cId="909355538" sldId="261"/>
            <ac:spMk id="10" creationId="{B4F1032E-5671-88BE-DE7C-C202B207D842}"/>
          </ac:spMkLst>
        </pc:spChg>
        <pc:picChg chg="del">
          <ac:chgData name="i baner" userId="a58b4069ad192f0e" providerId="LiveId" clId="{9A80BEDF-81F9-4469-AF5E-F30A5B625D2E}" dt="2026-03-19T15:32:10.167" v="517" actId="478"/>
          <ac:picMkLst>
            <pc:docMk/>
            <pc:sldMk cId="909355538" sldId="261"/>
            <ac:picMk id="4" creationId="{78565B16-E5FD-3261-C65D-74023DBD4E79}"/>
          </ac:picMkLst>
        </pc:picChg>
        <pc:picChg chg="add mod">
          <ac:chgData name="i baner" userId="a58b4069ad192f0e" providerId="LiveId" clId="{9A80BEDF-81F9-4469-AF5E-F30A5B625D2E}" dt="2026-03-19T15:32:50.530" v="547" actId="14100"/>
          <ac:picMkLst>
            <pc:docMk/>
            <pc:sldMk cId="909355538" sldId="261"/>
            <ac:picMk id="5" creationId="{BF1D20FE-8513-A867-D94D-4BB00A7DAA9E}"/>
          </ac:picMkLst>
        </pc:picChg>
      </pc:sldChg>
      <pc:sldChg chg="add del">
        <pc:chgData name="i baner" userId="a58b4069ad192f0e" providerId="LiveId" clId="{9A80BEDF-81F9-4469-AF5E-F30A5B625D2E}" dt="2026-03-19T15:32:13.450" v="519"/>
        <pc:sldMkLst>
          <pc:docMk/>
          <pc:sldMk cId="2101867142" sldId="262"/>
        </pc:sldMkLst>
      </pc:sldChg>
      <pc:sldChg chg="addSp delSp modSp add mod">
        <pc:chgData name="i baner" userId="a58b4069ad192f0e" providerId="LiveId" clId="{9A80BEDF-81F9-4469-AF5E-F30A5B625D2E}" dt="2026-03-19T16:03:43.676" v="594" actId="20577"/>
        <pc:sldMkLst>
          <pc:docMk/>
          <pc:sldMk cId="4095182619" sldId="262"/>
        </pc:sldMkLst>
        <pc:spChg chg="mod">
          <ac:chgData name="i baner" userId="a58b4069ad192f0e" providerId="LiveId" clId="{9A80BEDF-81F9-4469-AF5E-F30A5B625D2E}" dt="2026-03-19T16:03:43.676" v="594" actId="20577"/>
          <ac:spMkLst>
            <pc:docMk/>
            <pc:sldMk cId="4095182619" sldId="262"/>
            <ac:spMk id="10" creationId="{DC313D52-3379-4EDB-A25D-52E15DD9BA46}"/>
          </ac:spMkLst>
        </pc:spChg>
        <pc:picChg chg="add mod">
          <ac:chgData name="i baner" userId="a58b4069ad192f0e" providerId="LiveId" clId="{9A80BEDF-81F9-4469-AF5E-F30A5B625D2E}" dt="2026-03-19T16:02:14.124" v="578" actId="14100"/>
          <ac:picMkLst>
            <pc:docMk/>
            <pc:sldMk cId="4095182619" sldId="262"/>
            <ac:picMk id="4" creationId="{78B94F13-EF58-ECC7-28B2-AACCD644C2F0}"/>
          </ac:picMkLst>
        </pc:picChg>
        <pc:picChg chg="del">
          <ac:chgData name="i baner" userId="a58b4069ad192f0e" providerId="LiveId" clId="{9A80BEDF-81F9-4469-AF5E-F30A5B625D2E}" dt="2026-03-19T16:01:43.657" v="549" actId="478"/>
          <ac:picMkLst>
            <pc:docMk/>
            <pc:sldMk cId="4095182619" sldId="262"/>
            <ac:picMk id="5" creationId="{541A8659-4A8B-AF7D-F939-436424528D5D}"/>
          </ac:picMkLst>
        </pc:picChg>
      </pc:sldChg>
      <pc:sldChg chg="add del">
        <pc:chgData name="i baner" userId="a58b4069ad192f0e" providerId="LiveId" clId="{9A80BEDF-81F9-4469-AF5E-F30A5B625D2E}" dt="2026-03-19T16:01:46.195" v="551"/>
        <pc:sldMkLst>
          <pc:docMk/>
          <pc:sldMk cId="1343593603" sldId="263"/>
        </pc:sldMkLst>
      </pc:sldChg>
      <pc:sldChg chg="addSp delSp modSp add mod">
        <pc:chgData name="i baner" userId="a58b4069ad192f0e" providerId="LiveId" clId="{9A80BEDF-81F9-4469-AF5E-F30A5B625D2E}" dt="2026-03-19T16:06:10.027" v="609" actId="14100"/>
        <pc:sldMkLst>
          <pc:docMk/>
          <pc:sldMk cId="4195627941" sldId="263"/>
        </pc:sldMkLst>
        <pc:spChg chg="del mod">
          <ac:chgData name="i baner" userId="a58b4069ad192f0e" providerId="LiveId" clId="{9A80BEDF-81F9-4469-AF5E-F30A5B625D2E}" dt="2026-03-19T16:05:58.808" v="606"/>
          <ac:spMkLst>
            <pc:docMk/>
            <pc:sldMk cId="4195627941" sldId="263"/>
            <ac:spMk id="10" creationId="{D10C2372-603F-B85D-9D5F-7D198DC4E1BF}"/>
          </ac:spMkLst>
        </pc:spChg>
        <pc:picChg chg="del">
          <ac:chgData name="i baner" userId="a58b4069ad192f0e" providerId="LiveId" clId="{9A80BEDF-81F9-4469-AF5E-F30A5B625D2E}" dt="2026-03-19T16:05:19.517" v="596" actId="478"/>
          <ac:picMkLst>
            <pc:docMk/>
            <pc:sldMk cId="4195627941" sldId="263"/>
            <ac:picMk id="4" creationId="{C13AE2D8-EFE0-9916-2368-7B436A6F4D51}"/>
          </ac:picMkLst>
        </pc:picChg>
        <pc:picChg chg="add mod">
          <ac:chgData name="i baner" userId="a58b4069ad192f0e" providerId="LiveId" clId="{9A80BEDF-81F9-4469-AF5E-F30A5B625D2E}" dt="2026-03-19T16:06:10.027" v="609" actId="14100"/>
          <ac:picMkLst>
            <pc:docMk/>
            <pc:sldMk cId="4195627941" sldId="263"/>
            <ac:picMk id="5" creationId="{1F352274-09B5-D36E-0A75-98610226A011}"/>
          </ac:picMkLst>
        </pc:picChg>
      </pc:sldChg>
      <pc:sldChg chg="add ord">
        <pc:chgData name="i baner" userId="a58b4069ad192f0e" providerId="LiveId" clId="{9A80BEDF-81F9-4469-AF5E-F30A5B625D2E}" dt="2026-03-19T16:05:42.354" v="601"/>
        <pc:sldMkLst>
          <pc:docMk/>
          <pc:sldMk cId="1850538449" sldId="26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6FE26F-176A-68C6-34B3-7A0A873526E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Krishti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8030AD-96BC-4AB6-A03C-AAF4A7B9FF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224392-612B-4B70-88FA-F99B2460DA4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2F1B35-D60B-D04C-7C7C-A2037ECC704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KRISHTI Programming | Call / WhatsApp: 9062217731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2E62AE-7490-020F-7C47-B028AB699A1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24B67A-F2A0-4F37-9DCD-31B36ACA97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65869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Krishti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CDBEA7-A823-492A-8B23-37C847C7183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KRISHTI Programming | Call / WhatsApp: 9062217731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98E6F4-1B2C-4586-9CD3-692D10107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29787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AB217-D355-4ABC-9E00-8092C731AF7A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KRISHTI Project | Contact:- 8910389320/9062217731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443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BCD11-4C96-464E-B236-D341BC1BC9E3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KRISHTI Project | Contact:- 8910389320/9062217731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040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B6A71-8DF4-43D3-B0F2-C98C60B69734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KRISHTI Project | Contact:- 8910389320/9062217731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56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A974D-8850-4712-AFAE-5E122E1ED8FA}" type="datetime1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KRISHTI Project | Contact:- 8910389320/9062217731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24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CDEE6-05E5-4889-B703-BF10D94D240D}" type="datetime1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KRISHTI Project | Contact:- 8910389320/9062217731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508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BA37D-483E-4AF1-85FE-228BED37918F}" type="datetime1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KRISHTI Project | Contact:- 8910389320/9062217731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380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D05F-4AFA-41A6-B02A-13B1F3EA8CCD}" type="datetime1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KRISHTI Project | Contact:- 8910389320/9062217731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732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D9D6-89AA-41F0-8E1A-B94F1FAE2C0D}" type="datetime1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KRISHTI Project | Contact:- 8910389320/9062217731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556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4519-5782-451D-A9E1-147DD9D09651}" type="datetime1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KRISHTI Project | Contact:- 8910389320/9062217731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887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14584-EED5-41B9-A9CF-E3F94DDF3C7A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KRISHTI Project | Contact:- 8910389320/9062217731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037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6ABBF-BCD8-4910-8E8A-D978B0358E18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KRISHTI Project | Contact:- 8910389320/9062217731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12158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8DCD-138C-4E35-869F-6A21006B9F97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KRISHTI Project | Contact:- 8910389320/9062217731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8249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C711C-385E-4209-A4D8-A237A7EA734F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KRISHTI Project | Contact:- 8910389320/9062217731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51626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A41CF-A1C4-4DD4-A0F8-A5E918716539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KRISHTI Project | Contact:- 8910389320/9062217731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591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DAD65-834E-4DB8-B190-33D474346E55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KRISHTI Project | Contact:- 8910389320/9062217731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0568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ED2F-06A6-45B7-9496-49D5356A32D7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KRISHTI Project | Contact:- 8910389320/9062217731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674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F4407-D234-42EE-BBBC-1FB2F1B76217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KRISHTI Project | Contact:- 8910389320/9062217731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036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Artificial Intelligence 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KRISHTI </a:t>
            </a:r>
            <a:r>
              <a:rPr lang="en-US" dirty="0"/>
              <a:t>Project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D0D39A-7854-EA3B-C476-B90DC5210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52" y="-8656"/>
            <a:ext cx="1769806" cy="1251563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8B0E0DA-46FA-0D9B-4CBC-B3DA304C3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134" y="6406488"/>
            <a:ext cx="4622973" cy="365125"/>
          </a:xfrm>
        </p:spPr>
        <p:txBody>
          <a:bodyPr/>
          <a:lstStyle/>
          <a:p>
            <a:r>
              <a:rPr lang="en-US" dirty="0"/>
              <a:t>KRISHTI Project | Contact:- 8910389320/9062217731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177433-FF38-6A2B-75ED-37C89FAEA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66744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b="1" dirty="0"/>
              <a:t>Module basic AI</a:t>
            </a:r>
            <a:endParaRPr sz="1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409118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/>
              <a:t>What is </a:t>
            </a:r>
            <a:r>
              <a:rPr lang="en-US" sz="3200" b="1" dirty="0"/>
              <a:t>Intelligence </a:t>
            </a:r>
            <a:endParaRPr sz="3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6930102" cy="17543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Intelligence is the ability to understand a situation and make the</a:t>
            </a:r>
          </a:p>
          <a:p>
            <a:r>
              <a:rPr lang="en-US" dirty="0"/>
              <a:t>right decision.</a:t>
            </a:r>
          </a:p>
          <a:p>
            <a:endParaRPr lang="en-US" dirty="0"/>
          </a:p>
          <a:p>
            <a:r>
              <a:rPr lang="en-US" dirty="0"/>
              <a:t>Intelligence = thinking + creating + understanding+ decision </a:t>
            </a:r>
          </a:p>
          <a:p>
            <a:r>
              <a:rPr lang="en-US" dirty="0"/>
              <a:t>making  + adapting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5FDA86-0894-7C03-8DA5-4EE1AC341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KRISHTI Project | Contact:- 8910389320/9062217731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E0666-CB63-3657-D626-11B518C63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D74529-5DDD-FB26-9453-6456053EC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3549195"/>
            <a:ext cx="5115676" cy="21266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DFE82-ADAD-D621-4DA7-38DEE2BB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F20ECC-C980-A67B-9DD6-24C027BEF108}"/>
              </a:ext>
            </a:extLst>
          </p:cNvPr>
          <p:cNvSpPr txBox="1"/>
          <p:nvPr/>
        </p:nvSpPr>
        <p:spPr>
          <a:xfrm>
            <a:off x="457200" y="182880"/>
            <a:ext cx="166744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b="1" dirty="0"/>
              <a:t>Module basic AI</a:t>
            </a:r>
            <a:endParaRPr sz="1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56403A-99AF-515E-805A-390D4C294758}"/>
              </a:ext>
            </a:extLst>
          </p:cNvPr>
          <p:cNvSpPr txBox="1"/>
          <p:nvPr/>
        </p:nvSpPr>
        <p:spPr>
          <a:xfrm>
            <a:off x="418747" y="566090"/>
            <a:ext cx="306846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200" dirty="0"/>
              <a:t>AI models stage</a:t>
            </a:r>
            <a:endParaRPr sz="3200" b="1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57BBD9-7EDD-DE8D-5033-4F20394E1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KRISHTI Project | Contact:- 8910389320/9062217731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E6A4E-1E5D-7984-53E2-AEBCBA370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F7D5B5-F3F1-4F61-7788-C125A82F4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1150865"/>
            <a:ext cx="5953956" cy="4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41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18FBC-8F01-72AD-A389-7374A76ED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3664E8-7F99-2F33-63EF-0BBDF101D22C}"/>
              </a:ext>
            </a:extLst>
          </p:cNvPr>
          <p:cNvSpPr txBox="1"/>
          <p:nvPr/>
        </p:nvSpPr>
        <p:spPr>
          <a:xfrm>
            <a:off x="457200" y="182880"/>
            <a:ext cx="166744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b="1" dirty="0"/>
              <a:t>Module basic AI</a:t>
            </a:r>
            <a:endParaRPr sz="1600" b="1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A0C349-E3A9-4113-638B-A9C8A65A7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KRISHTI Project | Contact:- 8910389320/9062217731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E3F29-527E-37F6-913B-0A5B18C14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07D0D9-444E-629D-1F78-C17DF2974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325" y="120110"/>
            <a:ext cx="4330740" cy="59212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EA5AA08-28A1-4A79-A872-8177CBF683EE}"/>
              </a:ext>
            </a:extLst>
          </p:cNvPr>
          <p:cNvSpPr txBox="1"/>
          <p:nvPr/>
        </p:nvSpPr>
        <p:spPr>
          <a:xfrm>
            <a:off x="457200" y="712216"/>
            <a:ext cx="1667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Behavior of AI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698623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E5F56-E434-14B1-2585-9586CED4C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C2B71D-7776-6D2B-F051-6E1EB4BFAB5F}"/>
              </a:ext>
            </a:extLst>
          </p:cNvPr>
          <p:cNvSpPr txBox="1"/>
          <p:nvPr/>
        </p:nvSpPr>
        <p:spPr>
          <a:xfrm>
            <a:off x="457200" y="182880"/>
            <a:ext cx="166744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b="1" dirty="0"/>
              <a:t>Module basic AI</a:t>
            </a:r>
            <a:endParaRPr sz="1600" b="1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3AC93-4719-F7D3-DF8D-FBDEC3793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KRISHTI Project | Contact:- 8910389320/9062217731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BF6F31-70E1-19F6-CB72-19C8E065F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30959D-E648-66FD-96B9-43547448FB62}"/>
              </a:ext>
            </a:extLst>
          </p:cNvPr>
          <p:cNvSpPr txBox="1"/>
          <p:nvPr/>
        </p:nvSpPr>
        <p:spPr>
          <a:xfrm>
            <a:off x="457200" y="712216"/>
            <a:ext cx="1912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Capability of AI</a:t>
            </a:r>
            <a:endParaRPr lang="en-US" sz="1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B4A55D-6DA6-6B06-2096-CB6D6713D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16" y="1169117"/>
            <a:ext cx="4798142" cy="465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824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158E5-874F-383D-6BBC-160E8A2C3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8F7D8B-D9F0-9BE9-6FF5-BB0243D3B0AB}"/>
              </a:ext>
            </a:extLst>
          </p:cNvPr>
          <p:cNvSpPr txBox="1"/>
          <p:nvPr/>
        </p:nvSpPr>
        <p:spPr>
          <a:xfrm>
            <a:off x="457200" y="182880"/>
            <a:ext cx="166744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b="1" dirty="0"/>
              <a:t>Module basic AI</a:t>
            </a:r>
            <a:endParaRPr sz="1600" b="1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6FD2F-A960-8FDA-DB3B-85025A2DA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KRISHTI Project | Contact:- 8910389320/9062217731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9D6F5-EDCF-46BD-9D0B-83A2E95E1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F1032E-5671-88BE-DE7C-C202B207D842}"/>
              </a:ext>
            </a:extLst>
          </p:cNvPr>
          <p:cNvSpPr txBox="1"/>
          <p:nvPr/>
        </p:nvSpPr>
        <p:spPr>
          <a:xfrm>
            <a:off x="457199" y="712216"/>
            <a:ext cx="26891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Career Opportunity</a:t>
            </a:r>
            <a:endParaRPr lang="en-US" sz="1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1D20FE-8513-A867-D94D-4BB00A7DA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1272330"/>
            <a:ext cx="4719485" cy="4208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355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9BD83-E548-28C0-594D-B9B56EC58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F55989-8192-9207-8995-0503EF6E1776}"/>
              </a:ext>
            </a:extLst>
          </p:cNvPr>
          <p:cNvSpPr txBox="1"/>
          <p:nvPr/>
        </p:nvSpPr>
        <p:spPr>
          <a:xfrm>
            <a:off x="457200" y="182880"/>
            <a:ext cx="166744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b="1" dirty="0"/>
              <a:t>Module basic AI</a:t>
            </a:r>
            <a:endParaRPr sz="1600" b="1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2594EA-6E6B-F2B1-5FD5-B38782D07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KRISHTI Project | Contact:- 8910389320/9062217731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2C369-8599-8BF8-7555-602736B1E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313D52-3379-4EDB-A25D-52E15DD9BA46}"/>
              </a:ext>
            </a:extLst>
          </p:cNvPr>
          <p:cNvSpPr txBox="1"/>
          <p:nvPr/>
        </p:nvSpPr>
        <p:spPr>
          <a:xfrm>
            <a:off x="457199" y="712216"/>
            <a:ext cx="26891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AI Set &amp; Subset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B94F13-EF58-ECC7-28B2-AACCD644C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8" y="1081548"/>
            <a:ext cx="5063615" cy="401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182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A1594-0F78-C334-20AB-9B101183D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0160BE-8919-5EE7-87CA-C8594F980570}"/>
              </a:ext>
            </a:extLst>
          </p:cNvPr>
          <p:cNvSpPr txBox="1"/>
          <p:nvPr/>
        </p:nvSpPr>
        <p:spPr>
          <a:xfrm>
            <a:off x="457200" y="182880"/>
            <a:ext cx="166744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b="1" dirty="0"/>
              <a:t>Module basic AI</a:t>
            </a:r>
            <a:endParaRPr sz="1600" b="1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4149-9630-D0DB-7F7F-83C73C0B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KRISHTI Project | Contact:- 8910389320/9062217731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57240-2709-2FDF-207E-A9EF00398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B52307-5CA7-1D32-0759-5EECA1947764}"/>
              </a:ext>
            </a:extLst>
          </p:cNvPr>
          <p:cNvSpPr txBox="1"/>
          <p:nvPr/>
        </p:nvSpPr>
        <p:spPr>
          <a:xfrm>
            <a:off x="457199" y="712216"/>
            <a:ext cx="26891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AI Set &amp; Subset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C97D67-975D-3A37-99F9-A24110FCB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8" y="1081548"/>
            <a:ext cx="5063615" cy="401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538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B83CE-51E1-8E7B-332B-96247230F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0D4B43-0AF2-279D-18B1-A4AFF61A562F}"/>
              </a:ext>
            </a:extLst>
          </p:cNvPr>
          <p:cNvSpPr txBox="1"/>
          <p:nvPr/>
        </p:nvSpPr>
        <p:spPr>
          <a:xfrm>
            <a:off x="457200" y="182880"/>
            <a:ext cx="166744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b="1" dirty="0"/>
              <a:t>Module basic AI</a:t>
            </a:r>
            <a:endParaRPr sz="1600" b="1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F46981-0F84-3656-0D99-68A3936AD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KRISHTI Project | Contact:- 8910389320/9062217731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D21D3F-DCFB-72FC-8B83-C9631682E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52274-09B5-D36E-0A75-98610226A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24" y="629264"/>
            <a:ext cx="5521992" cy="499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62794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122</TotalTime>
  <Words>139</Words>
  <Application>Microsoft Office PowerPoint</Application>
  <PresentationFormat>On-screen Show (4:3)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Trebuchet MS</vt:lpstr>
      <vt:lpstr>Wingdings 3</vt:lpstr>
      <vt:lpstr>Facet</vt:lpstr>
      <vt:lpstr>Artificial Intelligence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 baner</cp:lastModifiedBy>
  <cp:revision>1</cp:revision>
  <dcterms:created xsi:type="dcterms:W3CDTF">2013-01-27T09:14:16Z</dcterms:created>
  <dcterms:modified xsi:type="dcterms:W3CDTF">2026-03-19T16:06:14Z</dcterms:modified>
  <cp:category/>
</cp:coreProperties>
</file>